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461490055412a" /><Relationship Type="http://schemas.openxmlformats.org/officeDocument/2006/relationships/extended-properties" Target="/docProps/app.xml" Id="R9a17f2ede0c041d3" /><Relationship Type="http://schemas.openxmlformats.org/officeDocument/2006/relationships/officeDocument" Target="/ppt/presentation.xml" Id="R055bee9756a642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5dc6782c584cc0"/>
  </p:sldMasterIdLst>
  <p:notesMasterIdLst>
    <p:notesMasterId xmlns:r="http://schemas.openxmlformats.org/officeDocument/2006/relationships" r:id="R9b79e1c34e6f4241"/>
  </p:notesMasterIdLst>
  <p:sldIdLst>
    <p:sldId xmlns:r="http://schemas.openxmlformats.org/officeDocument/2006/relationships" id="256" r:id="Re294eb1d91554b32"/>
    <p:sldId xmlns:r="http://schemas.openxmlformats.org/officeDocument/2006/relationships" id="257" r:id="R22901bc5fe9a47d6"/>
    <p:sldId xmlns:r="http://schemas.openxmlformats.org/officeDocument/2006/relationships" id="258" r:id="R99f67a5595e6421d"/>
    <p:sldId xmlns:r="http://schemas.openxmlformats.org/officeDocument/2006/relationships" id="259" r:id="R5850e059070b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591bf67c5f4583" /><Relationship Type="http://schemas.openxmlformats.org/officeDocument/2006/relationships/slideMaster" Target="/ppt/slideMasters/slideMaster1.xml" Id="Rd95dc6782c584cc0" /><Relationship Type="http://schemas.openxmlformats.org/officeDocument/2006/relationships/notesMaster" Target="/ppt/notesMasters/notesMaster1.xml" Id="R9b79e1c34e6f4241" /><Relationship Type="http://schemas.openxmlformats.org/officeDocument/2006/relationships/presProps" Target="/ppt/presProps.xml" Id="R42bc150761f54e98" /><Relationship Type="http://schemas.openxmlformats.org/officeDocument/2006/relationships/tableStyles" Target="/ppt/tableStyles.xml" Id="R38d9120837194436" /><Relationship Type="http://schemas.openxmlformats.org/officeDocument/2006/relationships/slide" Target="/ppt/slides/slide1.xml" Id="Re294eb1d91554b32" /><Relationship Type="http://schemas.openxmlformats.org/officeDocument/2006/relationships/slide" Target="/ppt/slides/slide2.xml" Id="R22901bc5fe9a47d6" /><Relationship Type="http://schemas.openxmlformats.org/officeDocument/2006/relationships/slide" Target="/ppt/slides/slide3.xml" Id="R99f67a5595e6421d" /><Relationship Type="http://schemas.openxmlformats.org/officeDocument/2006/relationships/slide" Target="/ppt/slides/slide4.xml" Id="R5850e059070b41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468b705d7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42d9684ab6474e" /><Relationship Type="http://schemas.openxmlformats.org/officeDocument/2006/relationships/notesMaster" Target="/ppt/notesMasters/notesMaster1.xml" Id="Raa1ed1fd01574e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124601a924809" /><Relationship Type="http://schemas.openxmlformats.org/officeDocument/2006/relationships/notesMaster" Target="/ppt/notesMasters/notesMaster1.xml" Id="Rdc43852653db4c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391f53aa94afd" /><Relationship Type="http://schemas.openxmlformats.org/officeDocument/2006/relationships/notesMaster" Target="/ppt/notesMasters/notesMaster1.xml" Id="R581071e8cc1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86cd4788f4ff6" /><Relationship Type="http://schemas.openxmlformats.org/officeDocument/2006/relationships/notesMaster" Target="/ppt/notesMasters/notesMaster1.xml" Id="R4a83b2df14c8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사진: Unity MCP로 현재 실행 중인 프로젝트의 Game View를 캡처한 뒤 전투 영역을 잘랐습니다. 원본: Artifacts/Presentation/ingame-current-20261012.png.</a:t>
            </a:r>
          </a:p>
          <a:p xmlns:a="http://schemas.openxmlformats.org/drawingml/2006/main">
            <a:r>
              <a:t>게임프로그래밍 발표를 시작하겠습니다.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확정된 큰 흐름: 자동 전투 파밍과 보스 도전, 운송 항로 진행과 정산, 모집·합성·강화·편성 후 다음 파밍으로 복귀합니다.</a:t>
            </a:r>
          </a:p>
          <a:p xmlns:a="http://schemas.openxmlformats.org/drawingml/2006/main">
            <a:r>
              <a:t>기획 출처: Notion 세션 공통 기획 맥락 https://app.notion.com/p/3f52a871b9c1818c9117c73860a030b2</a:t>
            </a:r>
          </a:p>
          <a:p xmlns:a="http://schemas.openxmlformats.org/drawingml/2006/main">
            <a:r>
              <a:t>구현 확인: Docs/UserGuide/01_전체구조와_실행흐름.md, Docs/UserGuide/08_함대편성_모집_합성.md, Docs/UserGuide/12_강화와_자연회복.md, Assets/SB/Scripts/GameFlowManager.cs.</a:t>
            </a:r>
          </a:p>
          <a:p xmlns:a="http://schemas.openxmlformats.org/drawingml/2006/main">
            <a:r>
              <a:t>사진: Artifacts/Diagnostics/ShipPosition-After-20261011.png 및 Artifacts/UI/Recruitment-Compact.png.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실제 게임 화면으로 전환해 자동 전투와 함대 성장을 시연하겠습니다.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발표를 마치겠습니다.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ab5121f4d42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eb1a27c544a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d21e34cbd46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63a1fa67040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11b0fe10147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9398ff760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C09C11-5A90-4561-A375-25410D891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414454-7838-454E-8D24-6372C4F8A7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69243C-B5E3-4C26-A282-8240739858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EE38E6-6EBA-462F-9B07-418B11411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E8D210-BB97-4789-A2DD-F98B60C36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524CA8-A01D-4514-BA6B-040C8C5DA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61796F-4C7D-419B-BFA1-1835E14E4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A1DC41-5885-46B3-9D72-03CC5EAAA5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5B455E-1FFD-4BE2-9CD9-12B029348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85FA11-46E3-4DD0-B717-E732303CC9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d6737bd374c54" /><Relationship Type="http://schemas.openxmlformats.org/officeDocument/2006/relationships/slideLayout" Target="/ppt/slideLayouts/slideLayout1.xml" Id="Ra663c2c466264acd" /><Relationship Type="http://schemas.openxmlformats.org/officeDocument/2006/relationships/slideLayout" Target="/ppt/slideLayouts/slideLayout2.xml" Id="R818e9339cd0745d3" /><Relationship Type="http://schemas.openxmlformats.org/officeDocument/2006/relationships/slideLayout" Target="/ppt/slideLayouts/slideLayout3.xml" Id="R81fe41eeda4e4353" /><Relationship Type="http://schemas.openxmlformats.org/officeDocument/2006/relationships/slideLayout" Target="/ppt/slideLayouts/slideLayout4.xml" Id="R19091f60b48446b0" /><Relationship Type="http://schemas.openxmlformats.org/officeDocument/2006/relationships/slideLayout" Target="/ppt/slideLayouts/slideLayout5.xml" Id="Rdbc0a239590c4557" /><Relationship Type="http://schemas.openxmlformats.org/officeDocument/2006/relationships/slideLayout" Target="/ppt/slideLayouts/slideLayout6.xml" Id="R84bc8df57c30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3c2c466264acd"/>
    <p:sldLayoutId xmlns:r="http://schemas.openxmlformats.org/officeDocument/2006/relationships" id="2147483650" r:id="R818e9339cd0745d3"/>
    <p:sldLayoutId xmlns:r="http://schemas.openxmlformats.org/officeDocument/2006/relationships" id="2147483651" r:id="R81fe41eeda4e4353"/>
    <p:sldLayoutId xmlns:r="http://schemas.openxmlformats.org/officeDocument/2006/relationships" id="2147483652" r:id="R19091f60b48446b0"/>
    <p:sldLayoutId xmlns:r="http://schemas.openxmlformats.org/officeDocument/2006/relationships" id="2147483653" r:id="Rdbc0a239590c4557"/>
    <p:sldLayoutId xmlns:r="http://schemas.openxmlformats.org/officeDocument/2006/relationships" id="2147483654" r:id="R84bc8df57c30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2059f8ee34a7e" /><Relationship Type="http://schemas.openxmlformats.org/officeDocument/2006/relationships/image" Target="/ppt/media/image.png" Id="R8ba7f1e24dd94533" /><Relationship Type="http://schemas.openxmlformats.org/officeDocument/2006/relationships/notesSlide" Target="/ppt/notesSlides/notesSlide1.xml" Id="R8cfdc821598846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2b256cbae427c" /><Relationship Type="http://schemas.openxmlformats.org/officeDocument/2006/relationships/image" Target="/ppt/media/image2.png" Id="R5d38f6c8105a4290" /><Relationship Type="http://schemas.openxmlformats.org/officeDocument/2006/relationships/image" Target="/ppt/media/image3.png" Id="R8228c936ebeb42bf" /><Relationship Type="http://schemas.openxmlformats.org/officeDocument/2006/relationships/notesSlide" Target="/ppt/notesSlides/notesSlide2.xml" Id="Rf6b85d9bab47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4e26a70164609" /><Relationship Type="http://schemas.openxmlformats.org/officeDocument/2006/relationships/notesSlide" Target="/ppt/notesSlides/notesSlide3.xml" Id="R15a362135d83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d82b3342b4109" /><Relationship Type="http://schemas.openxmlformats.org/officeDocument/2006/relationships/notesSlide" Target="/ppt/notesSlides/notesSlide4.xml" Id="R401ab9aad94543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ame-name">
            <a:extLst xmlns:a="http://schemas.openxmlformats.org/drawingml/2006/main">
              <a:ext uri="{FF2B5EF4-FFF2-40B4-BE49-F238E27FC236}">
                <a16:creationId xmlns:a16="http://schemas.microsoft.com/office/drawing/2014/main" id="{142EAA83-0C74-4A7A-B831-D7C8099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rPr>
              <a:t>SLAVE SHIP TYCOON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301AD94-D417-4C19-AD12-67858CDF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6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게임프로그래밍</a:t>
            </a:r>
          </a:p>
          <a:p xmlns:a="http://schemas.openxmlformats.org/drawingml/2006/main">
            <a:pPr algn="l">
              <a:defRPr sz="46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발표</a:t>
            </a:r>
          </a:p>
        </p:txBody>
      </p:sp>
      <p:sp>
        <p:nvSpPr>
          <p:cNvPr id="3" name="presenter">
            <a:extLst xmlns:a="http://schemas.openxmlformats.org/drawingml/2006/main">
              <a:ext uri="{FF2B5EF4-FFF2-40B4-BE49-F238E27FC236}">
                <a16:creationId xmlns:a16="http://schemas.microsoft.com/office/drawing/2014/main" id="{F97696FC-3497-47F5-93DA-B91CD3A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rPr>
              <a:t>30102 김소빈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38D14-A536-445D-AC4C-CA6BE5BE94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7f1e24dd94533"/>
          <a:stretch xmlns:a="http://schemas.openxmlformats.org/drawingml/2006/main"/>
        </p:blipFill>
        <p:spPr>
          <a:xfrm xmlns:a="http://schemas.openxmlformats.org/drawingml/2006/main">
            <a:off x="6096003" y="1447800"/>
            <a:ext cx="5410194" cy="37570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0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A77C7DC5-63BA-4128-94F6-9BB3E78F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30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게임 목적과 플레이 루프</a:t>
            </a:r>
          </a:p>
        </p:txBody>
      </p:sp>
      <p:sp>
        <p:nvSpPr>
          <p:cNvPr id="2" name="game-purpose">
            <a:extLst xmlns:a="http://schemas.openxmlformats.org/drawingml/2006/main">
              <a:ext uri="{FF2B5EF4-FFF2-40B4-BE49-F238E27FC236}">
                <a16:creationId xmlns:a16="http://schemas.microsoft.com/office/drawing/2014/main" id="{B5CAFD10-F9E4-4F6A-8C76-5AF7226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75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함대를 키워 더 강한 적을 돌파하고</a:t>
            </a:r>
          </a:p>
          <a:p xmlns:a="http://schemas.openxmlformats.org/drawingml/2006/main">
            <a: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화물을 운송·판매하는 방치형 함선 게임</a:t>
            </a:r>
          </a:p>
        </p:txBody>
      </p:sp>
      <p:sp>
        <p:nvSpPr>
          <p:cNvPr id="3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99320196-6BC0-478D-9D79-BD6009ED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E347768E-43BE-4A69-9A75-840B5FC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자동 전투·보스 도전</a:t>
            </a:r>
          </a:p>
        </p:txBody>
      </p:sp>
      <p:sp>
        <p:nvSpPr>
          <p:cNvPr id="5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EBC2FF4D-5A95-40C2-B147-C7A7D627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11B6997C-1866-443D-8668-341EC08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화물 운송·판매</a:t>
            </a:r>
          </a:p>
        </p:txBody>
      </p:sp>
      <p:sp>
        <p:nvSpPr>
          <p:cNvPr id="7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AEBB6FB1-B77D-4DBF-AD87-56EE012C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DBC24144-749A-42C0-A11E-D6B9B60E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함선 모집·합성·강화</a:t>
            </a:r>
          </a:p>
        </p:txBody>
      </p:sp>
      <p:sp>
        <p:nvSpPr>
          <p:cNvPr id="9" name="step-number-04">
            <a:extLst xmlns:a="http://schemas.openxmlformats.org/drawingml/2006/main">
              <a:ext uri="{FF2B5EF4-FFF2-40B4-BE49-F238E27FC236}">
                <a16:creationId xmlns:a16="http://schemas.microsoft.com/office/drawing/2014/main" id="{B7CBC127-3EE8-4405-8B91-97A68A86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968AB74E-B1F0-4DF1-BA13-4C7241DE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성장한 함대로 다시 도전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DC480-F20C-4F48-BB78-3C1CE7D4D9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8f6c8105a4290"/>
          <a:stretch xmlns:a="http://schemas.openxmlformats.org/drawingml/2006/main"/>
        </p:blipFill>
        <p:spPr>
          <a:xfrm xmlns:a="http://schemas.openxmlformats.org/drawingml/2006/main">
            <a:off x="6893560" y="1752600"/>
            <a:ext cx="2062479" cy="366663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13589-51F8-4B41-98D9-ED94C67390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8c936ebeb42bf"/>
          <a:stretch xmlns:a="http://schemas.openxmlformats.org/drawingml/2006/main"/>
        </p:blipFill>
        <p:spPr>
          <a:xfrm xmlns:a="http://schemas.openxmlformats.org/drawingml/2006/main">
            <a:off x="9296401" y="1752600"/>
            <a:ext cx="2209798" cy="3928529"/>
          </a:xfrm>
          <a:prstGeom xmlns:a="http://schemas.openxmlformats.org/drawingml/2006/main" prst="rect">
            <a:avLst/>
          </a:prstGeom>
        </p:spPr>
      </p:pic>
      <p:sp>
        <p:nvSpPr>
          <p:cNvPr id="13" name="transport-caption">
            <a:extLst xmlns:a="http://schemas.openxmlformats.org/drawingml/2006/main">
              <a:ext uri="{FF2B5EF4-FFF2-40B4-BE49-F238E27FC236}">
                <a16:creationId xmlns:a16="http://schemas.microsoft.com/office/drawing/2014/main" id="{662C5D31-D914-44E5-B71C-B43A6DEF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81977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rPr>
              <a:t>화물 운송</a:t>
            </a:r>
          </a:p>
        </p:txBody>
      </p:sp>
      <p:sp>
        <p:nvSpPr>
          <p:cNvPr id="14" name="recruitment-caption">
            <a:extLst xmlns:a="http://schemas.openxmlformats.org/drawingml/2006/main">
              <a:ext uri="{FF2B5EF4-FFF2-40B4-BE49-F238E27FC236}">
                <a16:creationId xmlns:a16="http://schemas.microsoft.com/office/drawing/2014/main" id="{84786D93-F89B-46A3-B8F6-9A155E76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1977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rPr>
              <a:t>호위선 모집</a:t>
            </a:r>
          </a:p>
        </p:txBody>
      </p:sp>
    </p:spTree>
    <p:extLst>
      <p:ext uri="{BB962C8B-B14F-4D97-AF65-F5344CB8AC3E}">
        <p14:creationId xmlns:p14="http://schemas.microsoft.com/office/powerpoint/2010/main" val="1953546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2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emo-title">
            <a:extLst xmlns:a="http://schemas.openxmlformats.org/drawingml/2006/main">
              <a:ext uri="{FF2B5EF4-FFF2-40B4-BE49-F238E27FC236}">
                <a16:creationId xmlns:a16="http://schemas.microsoft.com/office/drawing/2014/main" id="{65FDDA54-CEDE-4490-B5AF-7B443DE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시연</a:t>
            </a:r>
          </a:p>
        </p:txBody>
      </p:sp>
      <p:sp>
        <p:nvSpPr>
          <p:cNvPr id="2" name="demo-transition">
            <a:extLst xmlns:a="http://schemas.openxmlformats.org/drawingml/2006/main">
              <a:ext uri="{FF2B5EF4-FFF2-40B4-BE49-F238E27FC236}">
                <a16:creationId xmlns:a16="http://schemas.microsoft.com/office/drawing/2014/main" id="{6B06EC98-ED39-44F5-AA05-757DEFE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0" b="0">
                <a:solidFill>
                  <a:srgbClr val="B6D3D6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6D3D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B6D3D6"/>
                </a:solidFill>
                <a:latin typeface="Malgun Gothic"/>
                <a:ea typeface="Malgun Gothic"/>
                <a:cs typeface="Malgun Gothic"/>
              </a:rPr>
              <a:t>지금부터 게임을 직접 실행해 보여드리겠습니다</a:t>
            </a:r>
          </a:p>
        </p:txBody>
      </p:sp>
    </p:spTree>
    <p:extLst>
      <p:ext uri="{BB962C8B-B14F-4D97-AF65-F5344CB8AC3E}">
        <p14:creationId xmlns:p14="http://schemas.microsoft.com/office/powerpoint/2010/main" val="769975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losing">
            <a:extLst xmlns:a="http://schemas.openxmlformats.org/drawingml/2006/main">
              <a:ext uri="{FF2B5EF4-FFF2-40B4-BE49-F238E27FC236}">
                <a16:creationId xmlns:a16="http://schemas.microsoft.com/office/drawing/2014/main" id="{2F29FCD4-2D8F-42FF-A865-333E2F1C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1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61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0B222B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2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3885FB3F-5F01-48EA-9C71-3CE09DA5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87078"/>
                </a:solidFill>
                <a:latin typeface="Malgun Gothic"/>
                <a:ea typeface="Malgun Gothic"/>
                <a:cs typeface="Malgun Gothic"/>
              </a:rPr>
              <a:t>30102 김소빈</a:t>
            </a:r>
          </a:p>
        </p:txBody>
      </p:sp>
    </p:spTree>
    <p:extLst>
      <p:ext uri="{BB962C8B-B14F-4D97-AF65-F5344CB8AC3E}">
        <p14:creationId xmlns:p14="http://schemas.microsoft.com/office/powerpoint/2010/main" val="1895083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2026-10-12T13:31:27.9270000Z</dcterms:created>
  <dcterms:modified xsi:type="dcterms:W3CDTF">2026-10-12T13:31:27.9270000Z</dcterms:modified>
</coreProperties>
</file>